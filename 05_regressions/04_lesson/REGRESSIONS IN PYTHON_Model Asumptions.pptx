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79" r:id="rId2"/>
    <p:sldId id="260" r:id="rId3"/>
    <p:sldId id="275" r:id="rId4"/>
    <p:sldId id="274" r:id="rId5"/>
    <p:sldId id="270" r:id="rId6"/>
    <p:sldId id="363" r:id="rId7"/>
    <p:sldId id="424" r:id="rId8"/>
    <p:sldId id="317" r:id="rId9"/>
    <p:sldId id="318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33" r:id="rId19"/>
    <p:sldId id="332" r:id="rId20"/>
    <p:sldId id="334" r:id="rId21"/>
    <p:sldId id="335" r:id="rId22"/>
    <p:sldId id="336" r:id="rId23"/>
    <p:sldId id="337" r:id="rId24"/>
    <p:sldId id="338" r:id="rId25"/>
    <p:sldId id="339" r:id="rId26"/>
    <p:sldId id="342" r:id="rId27"/>
    <p:sldId id="340" r:id="rId28"/>
    <p:sldId id="425" r:id="rId29"/>
  </p:sldIdLst>
  <p:sldSz cx="12192000" cy="6858000"/>
  <p:notesSz cx="6858000" cy="9144000"/>
  <p:defaultTextStyle>
    <a:defPPr>
      <a:defRPr lang="lt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CBFF0-A730-4C7C-9936-BC11B747B5E3}" v="1" dt="2026-02-02T08:52:07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99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Žydrūnė Kelpšaitė" userId="e943768126acec1d" providerId="LiveId" clId="{31712FD7-FA85-48BA-9D35-5382388CFC74}"/>
    <pc:docChg chg="custSel delSld modSld">
      <pc:chgData name="Žydrūnė Kelpšaitė" userId="e943768126acec1d" providerId="LiveId" clId="{31712FD7-FA85-48BA-9D35-5382388CFC74}" dt="2026-02-02T10:22:10.380" v="12" actId="47"/>
      <pc:docMkLst>
        <pc:docMk/>
      </pc:docMkLst>
      <pc:sldChg chg="modNotesTx">
        <pc:chgData name="Žydrūnė Kelpšaitė" userId="e943768126acec1d" providerId="LiveId" clId="{31712FD7-FA85-48BA-9D35-5382388CFC74}" dt="2026-02-02T08:52:13.933" v="11" actId="5793"/>
        <pc:sldMkLst>
          <pc:docMk/>
          <pc:sldMk cId="3463720625" sldId="332"/>
        </pc:sldMkLst>
      </pc:sldChg>
      <pc:sldChg chg="del">
        <pc:chgData name="Žydrūnė Kelpšaitė" userId="e943768126acec1d" providerId="LiveId" clId="{31712FD7-FA85-48BA-9D35-5382388CFC74}" dt="2026-02-02T10:22:10.380" v="12" actId="47"/>
        <pc:sldMkLst>
          <pc:docMk/>
          <pc:sldMk cId="425984961" sldId="341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830791103" sldId="343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85847360" sldId="344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436129843" sldId="345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802883335" sldId="347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085161342" sldId="348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097346560" sldId="349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754370034" sldId="350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993449451" sldId="351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764968299" sldId="352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587532282" sldId="353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879680970" sldId="354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170623954" sldId="355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460449595" sldId="356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409946574" sldId="357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058703206" sldId="358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345229393" sldId="359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1097460681" sldId="360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3196980274" sldId="361"/>
        </pc:sldMkLst>
      </pc:sldChg>
      <pc:sldChg chg="del">
        <pc:chgData name="Žydrūnė Kelpšaitė" userId="e943768126acec1d" providerId="LiveId" clId="{31712FD7-FA85-48BA-9D35-5382388CFC74}" dt="2026-02-02T07:06:33.500" v="1" actId="47"/>
        <pc:sldMkLst>
          <pc:docMk/>
          <pc:sldMk cId="2712793811" sldId="362"/>
        </pc:sldMkLst>
      </pc:sldChg>
      <pc:sldChg chg="modSp mod">
        <pc:chgData name="Žydrūnė Kelpšaitė" userId="e943768126acec1d" providerId="LiveId" clId="{31712FD7-FA85-48BA-9D35-5382388CFC74}" dt="2026-02-02T07:06:25.977" v="0" actId="6549"/>
        <pc:sldMkLst>
          <pc:docMk/>
          <pc:sldMk cId="3200056165" sldId="425"/>
        </pc:sldMkLst>
        <pc:spChg chg="mod">
          <ac:chgData name="Žydrūnė Kelpšaitė" userId="e943768126acec1d" providerId="LiveId" clId="{31712FD7-FA85-48BA-9D35-5382388CFC74}" dt="2026-02-02T07:06:25.977" v="0" actId="6549"/>
          <ac:spMkLst>
            <pc:docMk/>
            <pc:sldMk cId="3200056165" sldId="425"/>
            <ac:spMk id="2" creationId="{8154B407-9C06-2C46-AC10-543CA07857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traštės vietos rezervavimo ženklas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3" name="Datos vietos rezervavimo ženklas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2A7EA0-0E4B-466A-915E-9CA503184FEF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4" name="Skaidrės vaizdo vietos rezervavimo ženkla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t-LT"/>
          </a:p>
        </p:txBody>
      </p:sp>
      <p:sp>
        <p:nvSpPr>
          <p:cNvPr id="5" name="Pastabų vietos rezervavimo ženkl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6" name="Poraštės vietos rezervavimo ženklas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t-LT"/>
          </a:p>
        </p:txBody>
      </p:sp>
      <p:sp>
        <p:nvSpPr>
          <p:cNvPr id="7" name="Skaidrės numerio vietos rezervavimo ženklas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B439F-9674-45B5-8C96-D557AAA85883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031725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kaidrės vaizdo vietos rezervavimo ženkla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astabų vietos rezervavimo ženkl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Naudoti </a:t>
            </a:r>
            <a:r>
              <a:rPr lang="lt-L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</a:t>
            </a:r>
            <a:r>
              <a:rPr lang="lt-L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  <a:endParaRPr lang="lt-L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lt-LT" dirty="0"/>
          </a:p>
        </p:txBody>
      </p:sp>
      <p:sp>
        <p:nvSpPr>
          <p:cNvPr id="4" name="Skaidrės numerio vietos rezervavimo ženklas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B439F-9674-45B5-8C96-D557AAA85883}" type="slidenum">
              <a:rPr lang="lt-LT" smtClean="0"/>
              <a:t>19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1063249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avadinimo skaidr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2186BD0A-411D-AD1D-438A-7299041C9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Antrinis pavadinimas 2">
            <a:extLst>
              <a:ext uri="{FF2B5EF4-FFF2-40B4-BE49-F238E27FC236}">
                <a16:creationId xmlns:a16="http://schemas.microsoft.com/office/drawing/2014/main" id="{1A5C54BB-223F-0EBC-9322-EEE091C3F1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lt-LT"/>
              <a:t>Spustelėkite norėdami redaguoti šablono paantraštės stilių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AC1C8A8C-4A2E-E244-9A2E-8B455F9B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BE9722F3-19FC-7BA5-3F9A-BDCC884AE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7DAC41C7-ABB6-756A-839E-B9444F96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533522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avadinimas ir turin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D2C4F1F-53AA-C224-D249-1757A32A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FE26CBD1-CCF5-1522-C598-D897F5FF4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F7936920-7C1F-C393-79FF-B13157B0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10E2695-170F-B8E8-237E-C0C93518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B8F95F60-DC19-0869-F9D1-7577F8FA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80886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kcijos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E938056-BC7B-86A3-8268-CDC293DD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8E7D24E-3F2E-8141-49C9-01152811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E25D64EF-B2B5-262B-ED84-1777C1284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07C6EB76-7ED6-981B-75BA-9E81762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2C477AFB-6204-940D-56F3-155C048AA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1214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 turini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A908604-323F-BD84-9888-6D55FAEF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BA2F68FD-9967-3DED-6C46-6A9306756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E321983F-C309-5657-4A0A-D8AB62BC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EB703BDE-835E-B15A-B369-256C11FE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840BB2C4-806B-3FA8-AB91-DEE93905D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AA59D770-BFE1-5172-A411-1902C36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28242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Lyg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FABC92-31D7-959D-6114-6E02CDB8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1FF4F41B-6B00-5D3C-5920-60B0547B8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4" name="Turinio vietos rezervavimo ženklas 3">
            <a:extLst>
              <a:ext uri="{FF2B5EF4-FFF2-40B4-BE49-F238E27FC236}">
                <a16:creationId xmlns:a16="http://schemas.microsoft.com/office/drawing/2014/main" id="{07F9AC37-0FAC-9411-6561-A02BFF556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5" name="Teksto vietos rezervavimo ženklas 4">
            <a:extLst>
              <a:ext uri="{FF2B5EF4-FFF2-40B4-BE49-F238E27FC236}">
                <a16:creationId xmlns:a16="http://schemas.microsoft.com/office/drawing/2014/main" id="{E335304E-D8EA-21E5-BFE9-AD376A4820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6" name="Turinio vietos rezervavimo ženklas 5">
            <a:extLst>
              <a:ext uri="{FF2B5EF4-FFF2-40B4-BE49-F238E27FC236}">
                <a16:creationId xmlns:a16="http://schemas.microsoft.com/office/drawing/2014/main" id="{5414D5F8-7A67-C36F-8D03-44694D8EC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7" name="Datos vietos rezervavimo ženklas 6">
            <a:extLst>
              <a:ext uri="{FF2B5EF4-FFF2-40B4-BE49-F238E27FC236}">
                <a16:creationId xmlns:a16="http://schemas.microsoft.com/office/drawing/2014/main" id="{395F54C8-7B14-AEAD-FBBC-B2099BCBB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8" name="Poraštės vietos rezervavimo ženklas 7">
            <a:extLst>
              <a:ext uri="{FF2B5EF4-FFF2-40B4-BE49-F238E27FC236}">
                <a16:creationId xmlns:a16="http://schemas.microsoft.com/office/drawing/2014/main" id="{024279C0-BB92-7051-8327-500F795E4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9" name="Skaidrės numerio vietos rezervavimo ženklas 8">
            <a:extLst>
              <a:ext uri="{FF2B5EF4-FFF2-40B4-BE49-F238E27FC236}">
                <a16:creationId xmlns:a16="http://schemas.microsoft.com/office/drawing/2014/main" id="{20FA149D-955C-A699-B169-201E6CE9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17766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k pavadini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FAB11B4-6854-3A93-F5BF-16A38854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Datos vietos rezervavimo ženklas 2">
            <a:extLst>
              <a:ext uri="{FF2B5EF4-FFF2-40B4-BE49-F238E27FC236}">
                <a16:creationId xmlns:a16="http://schemas.microsoft.com/office/drawing/2014/main" id="{FFD6B17D-7465-82F7-4CA5-B92C234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4" name="Poraštės vietos rezervavimo ženklas 3">
            <a:extLst>
              <a:ext uri="{FF2B5EF4-FFF2-40B4-BE49-F238E27FC236}">
                <a16:creationId xmlns:a16="http://schemas.microsoft.com/office/drawing/2014/main" id="{36A3DD48-2698-34C4-9190-B00A75B7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5" name="Skaidrės numerio vietos rezervavimo ženklas 4">
            <a:extLst>
              <a:ext uri="{FF2B5EF4-FFF2-40B4-BE49-F238E27FC236}">
                <a16:creationId xmlns:a16="http://schemas.microsoft.com/office/drawing/2014/main" id="{C7A0DB22-D455-9667-1765-436D76C5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48965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ušč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os vietos rezervavimo ženklas 1">
            <a:extLst>
              <a:ext uri="{FF2B5EF4-FFF2-40B4-BE49-F238E27FC236}">
                <a16:creationId xmlns:a16="http://schemas.microsoft.com/office/drawing/2014/main" id="{308AF72A-122A-6D10-5B09-A706E56D4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3" name="Poraštės vietos rezervavimo ženklas 2">
            <a:extLst>
              <a:ext uri="{FF2B5EF4-FFF2-40B4-BE49-F238E27FC236}">
                <a16:creationId xmlns:a16="http://schemas.microsoft.com/office/drawing/2014/main" id="{5D8FCFDF-9B82-1748-66C1-6AE02FB6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4" name="Skaidrės numerio vietos rezervavimo ženklas 3">
            <a:extLst>
              <a:ext uri="{FF2B5EF4-FFF2-40B4-BE49-F238E27FC236}">
                <a16:creationId xmlns:a16="http://schemas.microsoft.com/office/drawing/2014/main" id="{C3F73403-7770-6087-2CC9-D0698C91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721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uriny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149C66A-F251-C209-ACAF-443E6B63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Turinio vietos rezervavimo ženklas 2">
            <a:extLst>
              <a:ext uri="{FF2B5EF4-FFF2-40B4-BE49-F238E27FC236}">
                <a16:creationId xmlns:a16="http://schemas.microsoft.com/office/drawing/2014/main" id="{04E297DE-1926-E699-123A-244C12EEA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D36AD1CE-6D20-FDAF-FC49-0B30ED908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33840543-475C-2DB2-1AB6-DC21FA81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D25481C2-75F0-9EB2-129F-B3246F30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8EEF98B5-ED5D-B2A1-CD72-AEACCD63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173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aveikslėlis ir antrašt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5C211F-BF8D-D62E-F454-0F1EC696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lt-LT"/>
              <a:t>Spustelėję redaguokite stilių</a:t>
            </a:r>
          </a:p>
        </p:txBody>
      </p:sp>
      <p:sp>
        <p:nvSpPr>
          <p:cNvPr id="3" name="Paveikslėlio vietos rezervavimo ženklas 2">
            <a:extLst>
              <a:ext uri="{FF2B5EF4-FFF2-40B4-BE49-F238E27FC236}">
                <a16:creationId xmlns:a16="http://schemas.microsoft.com/office/drawing/2014/main" id="{82795E7E-A36F-25A4-10D1-5B2E7D88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t-LT"/>
          </a:p>
        </p:txBody>
      </p:sp>
      <p:sp>
        <p:nvSpPr>
          <p:cNvPr id="4" name="Teksto vietos rezervavimo ženklas 3">
            <a:extLst>
              <a:ext uri="{FF2B5EF4-FFF2-40B4-BE49-F238E27FC236}">
                <a16:creationId xmlns:a16="http://schemas.microsoft.com/office/drawing/2014/main" id="{17BE690F-C859-7881-0008-DCD657902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lt-LT"/>
              <a:t>Spustelėkite, kad galėtumėte redaguoti šablono teksto stilius</a:t>
            </a:r>
          </a:p>
        </p:txBody>
      </p:sp>
      <p:sp>
        <p:nvSpPr>
          <p:cNvPr id="5" name="Datos vietos rezervavimo ženklas 4">
            <a:extLst>
              <a:ext uri="{FF2B5EF4-FFF2-40B4-BE49-F238E27FC236}">
                <a16:creationId xmlns:a16="http://schemas.microsoft.com/office/drawing/2014/main" id="{42ADAE4F-B218-72E1-886F-84313851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6" name="Poraštės vietos rezervavimo ženklas 5">
            <a:extLst>
              <a:ext uri="{FF2B5EF4-FFF2-40B4-BE49-F238E27FC236}">
                <a16:creationId xmlns:a16="http://schemas.microsoft.com/office/drawing/2014/main" id="{7FFCD34F-73DC-51CC-902C-4C5A9539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7" name="Skaidrės numerio vietos rezervavimo ženklas 6">
            <a:extLst>
              <a:ext uri="{FF2B5EF4-FFF2-40B4-BE49-F238E27FC236}">
                <a16:creationId xmlns:a16="http://schemas.microsoft.com/office/drawing/2014/main" id="{EACED031-B09B-A2F5-8A6A-666283C41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221551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Pavadinimas ir vertikalus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6719EE8-3BDD-C44F-C339-A00087A4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E2826984-928F-C265-4F97-95E3EFE36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BF37253-2BF2-21DB-3A23-F85D5A7E0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2F7FA9E5-8591-9032-1F94-AF378697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82C6D7C8-6F3F-8C71-26DA-E825C105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410622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us pavadinimas ir tekst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us pavadinimas 1">
            <a:extLst>
              <a:ext uri="{FF2B5EF4-FFF2-40B4-BE49-F238E27FC236}">
                <a16:creationId xmlns:a16="http://schemas.microsoft.com/office/drawing/2014/main" id="{2CE37003-8AFE-6C00-EF6F-EB1ABE109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Vertikalaus teksto vietos rezervavimo ženklas 2">
            <a:extLst>
              <a:ext uri="{FF2B5EF4-FFF2-40B4-BE49-F238E27FC236}">
                <a16:creationId xmlns:a16="http://schemas.microsoft.com/office/drawing/2014/main" id="{6AE554C9-FB8A-FAF3-C218-7E4BDC5BD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CE3E9ABF-9976-BBA2-5CD5-0B2847E43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DA7DAD85-B4CC-2B77-988E-799BDFDD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5486825F-C2C6-DB22-62C0-65B6F9ED9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848084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3273287" y="2618264"/>
            <a:ext cx="7050156" cy="2387601"/>
          </a:xfrm>
          <a:prstGeom prst="rect">
            <a:avLst/>
          </a:prstGeo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273287" y="5930348"/>
            <a:ext cx="7050155" cy="927653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  <a:lvl2pPr>
              <a:defRPr sz="1600" b="1"/>
            </a:lvl2pPr>
            <a:lvl3pPr>
              <a:defRPr sz="1600" b="1"/>
            </a:lvl3pPr>
            <a:lvl4pPr>
              <a:defRPr sz="1600" b="1"/>
            </a:lvl4pPr>
            <a:lvl5pPr>
              <a:defRPr sz="1600" b="1"/>
            </a:lvl5pPr>
          </a:lstStyle>
          <a:p>
            <a:r>
              <a:t>CLICK TO EDIT MASTER SUBTITLE STYLE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74662" y="2619023"/>
            <a:ext cx="2334168" cy="2387601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r>
              <a:t>Mokytojo
Vardas Pavardė</a:t>
            </a:r>
          </a:p>
        </p:txBody>
      </p:sp>
      <p:sp>
        <p:nvSpPr>
          <p:cNvPr id="20" name="Picture Placeholder 12"/>
          <p:cNvSpPr>
            <a:spLocks noGrp="1"/>
          </p:cNvSpPr>
          <p:nvPr>
            <p:ph type="pic" sz="quarter" idx="22"/>
          </p:nvPr>
        </p:nvSpPr>
        <p:spPr>
          <a:xfrm>
            <a:off x="10323513" y="458787"/>
            <a:ext cx="1377951" cy="137795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en-US"/>
              <a:t>Click icon to add picture</a:t>
            </a:r>
            <a:endParaRPr/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2558367390"/>
      </p:ext>
    </p:extLst>
  </p:cSld>
  <p:clrMapOvr>
    <a:masterClrMapping/>
  </p:clrMapOvr>
  <p:transition spd="med"/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o vietos rezervavimo ženklas 1">
            <a:extLst>
              <a:ext uri="{FF2B5EF4-FFF2-40B4-BE49-F238E27FC236}">
                <a16:creationId xmlns:a16="http://schemas.microsoft.com/office/drawing/2014/main" id="{613EBE01-E7FA-A88E-BF9C-40B723195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/>
              <a:t>Spustelėję redaguokite stilių</a:t>
            </a:r>
          </a:p>
        </p:txBody>
      </p:sp>
      <p:sp>
        <p:nvSpPr>
          <p:cNvPr id="3" name="Teksto vietos rezervavimo ženklas 2">
            <a:extLst>
              <a:ext uri="{FF2B5EF4-FFF2-40B4-BE49-F238E27FC236}">
                <a16:creationId xmlns:a16="http://schemas.microsoft.com/office/drawing/2014/main" id="{43A0ABE3-3241-8546-4BFC-9F0A4A0D3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lt-LT"/>
              <a:t>Spustelėkite, kad galėtumėte redaguoti šablono teksto stilius</a:t>
            </a:r>
          </a:p>
          <a:p>
            <a:pPr lvl="1"/>
            <a:r>
              <a:rPr lang="lt-LT"/>
              <a:t>Antras lygis</a:t>
            </a:r>
          </a:p>
          <a:p>
            <a:pPr lvl="2"/>
            <a:r>
              <a:rPr lang="lt-LT"/>
              <a:t>Trečias lygis</a:t>
            </a:r>
          </a:p>
          <a:p>
            <a:pPr lvl="3"/>
            <a:r>
              <a:rPr lang="lt-LT"/>
              <a:t>Ketvirtas lygis</a:t>
            </a:r>
          </a:p>
          <a:p>
            <a:pPr lvl="4"/>
            <a:r>
              <a:rPr lang="lt-LT"/>
              <a:t>Penktas lygis</a:t>
            </a:r>
          </a:p>
        </p:txBody>
      </p:sp>
      <p:sp>
        <p:nvSpPr>
          <p:cNvPr id="4" name="Datos vietos rezervavimo ženklas 3">
            <a:extLst>
              <a:ext uri="{FF2B5EF4-FFF2-40B4-BE49-F238E27FC236}">
                <a16:creationId xmlns:a16="http://schemas.microsoft.com/office/drawing/2014/main" id="{35E86ABD-77B4-52BE-BF22-37F3CD995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36C6D-7C55-439E-985F-D159F347BD46}" type="datetimeFigureOut">
              <a:rPr lang="lt-LT" smtClean="0"/>
              <a:t>2026-02-02</a:t>
            </a:fld>
            <a:endParaRPr lang="lt-LT"/>
          </a:p>
        </p:txBody>
      </p:sp>
      <p:sp>
        <p:nvSpPr>
          <p:cNvPr id="5" name="Poraštės vietos rezervavimo ženklas 4">
            <a:extLst>
              <a:ext uri="{FF2B5EF4-FFF2-40B4-BE49-F238E27FC236}">
                <a16:creationId xmlns:a16="http://schemas.microsoft.com/office/drawing/2014/main" id="{36F866A4-2DDF-1C10-C45C-B7AC46C7B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t-LT"/>
          </a:p>
        </p:txBody>
      </p:sp>
      <p:sp>
        <p:nvSpPr>
          <p:cNvPr id="6" name="Skaidrės numerio vietos rezervavimo ženklas 5">
            <a:extLst>
              <a:ext uri="{FF2B5EF4-FFF2-40B4-BE49-F238E27FC236}">
                <a16:creationId xmlns:a16="http://schemas.microsoft.com/office/drawing/2014/main" id="{A270FAF5-18C9-1CB1-97DB-650DAA399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8CF5-69D4-4C3C-905A-B686567149A0}" type="slidenum">
              <a:rPr lang="lt-LT" smtClean="0"/>
              <a:t>‹#›</a:t>
            </a:fld>
            <a:endParaRPr lang="lt-LT"/>
          </a:p>
        </p:txBody>
      </p:sp>
    </p:spTree>
    <p:extLst>
      <p:ext uri="{BB962C8B-B14F-4D97-AF65-F5344CB8AC3E}">
        <p14:creationId xmlns:p14="http://schemas.microsoft.com/office/powerpoint/2010/main" val="3427141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t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2BDC-5084-498D-BB0E-694C51A9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230" y="897619"/>
            <a:ext cx="8291303" cy="3217181"/>
          </a:xfrm>
        </p:spPr>
        <p:txBody>
          <a:bodyPr lIns="45719" tIns="45720" rIns="45719" bIns="45720" anchor="t">
            <a:normAutofit/>
          </a:bodyPr>
          <a:lstStyle/>
          <a:p>
            <a:br>
              <a:rPr lang="en-US" sz="5500" dirty="0"/>
            </a:br>
            <a:br>
              <a:rPr lang="en-US" sz="5500" dirty="0"/>
            </a:br>
            <a:r>
              <a:rPr lang="en-US" sz="5500" dirty="0"/>
              <a:t>Python: </a:t>
            </a:r>
            <a:r>
              <a:rPr lang="lt-LT" sz="5500" dirty="0" err="1"/>
              <a:t>Multiple</a:t>
            </a:r>
            <a:r>
              <a:rPr lang="lt-LT" sz="5500" dirty="0"/>
              <a:t>  </a:t>
            </a:r>
            <a:r>
              <a:rPr lang="en-US" sz="5500" dirty="0"/>
              <a:t>Regression</a:t>
            </a:r>
            <a:br>
              <a:rPr lang="en-US" sz="5500" dirty="0"/>
            </a:br>
            <a:endParaRPr lang="lt-LT" sz="5500" dirty="0"/>
          </a:p>
        </p:txBody>
      </p:sp>
      <p:sp>
        <p:nvSpPr>
          <p:cNvPr id="6" name="Google Shape;102;p1">
            <a:extLst>
              <a:ext uri="{FF2B5EF4-FFF2-40B4-BE49-F238E27FC236}">
                <a16:creationId xmlns:a16="http://schemas.microsoft.com/office/drawing/2014/main" id="{B077506A-6721-4858-9864-AF9A81768959}"/>
              </a:ext>
            </a:extLst>
          </p:cNvPr>
          <p:cNvSpPr txBox="1">
            <a:spLocks/>
          </p:cNvSpPr>
          <p:nvPr/>
        </p:nvSpPr>
        <p:spPr>
          <a:xfrm>
            <a:off x="504322" y="5930349"/>
            <a:ext cx="2358936" cy="92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400"/>
            </a:pPr>
            <a:r>
              <a:rPr lang="lt-LT" sz="1600" b="1" dirty="0"/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0B682-3A69-7D7F-6C30-04096BD72FF1}"/>
              </a:ext>
            </a:extLst>
          </p:cNvPr>
          <p:cNvSpPr txBox="1"/>
          <p:nvPr/>
        </p:nvSpPr>
        <p:spPr>
          <a:xfrm>
            <a:off x="3048000" y="4474977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t-LT" sz="4000" dirty="0"/>
              <a:t>Žydrūnė Kelpšaitė</a:t>
            </a:r>
          </a:p>
          <a:p>
            <a:r>
              <a:rPr lang="lt-LT" sz="4000" dirty="0"/>
              <a:t>Data </a:t>
            </a:r>
            <a:r>
              <a:rPr lang="lt-LT" sz="4000" dirty="0" err="1"/>
              <a:t>Analyst</a:t>
            </a:r>
            <a:endParaRPr lang="lt-LT" sz="4000" dirty="0"/>
          </a:p>
        </p:txBody>
      </p:sp>
      <p:pic>
        <p:nvPicPr>
          <p:cNvPr id="5" name="Paveikslėlis 4">
            <a:extLst>
              <a:ext uri="{FF2B5EF4-FFF2-40B4-BE49-F238E27FC236}">
                <a16:creationId xmlns:a16="http://schemas.microsoft.com/office/drawing/2014/main" id="{09865790-F722-DA6E-B2C3-00B0ACF0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345" y="763149"/>
            <a:ext cx="9726382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1567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3456049-2DB5-56FD-AB5C-85BE50B8D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COMMON ALGORITHMS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3E85426-6E41-4D70-6C81-8F03AFAE4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096" y="1679077"/>
            <a:ext cx="6047961" cy="439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6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F68AEEC6-9F65-2541-C6F8-9D7416CD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TYPES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75044-076F-6F8C-B042-A13A3DD9BA90}"/>
              </a:ext>
            </a:extLst>
          </p:cNvPr>
          <p:cNvSpPr txBox="1"/>
          <p:nvPr/>
        </p:nvSpPr>
        <p:spPr>
          <a:xfrm>
            <a:off x="838199" y="1436810"/>
            <a:ext cx="789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These are some of the major types of regression modeling techniques</a:t>
            </a:r>
            <a:endParaRPr lang="lt-LT" dirty="0"/>
          </a:p>
        </p:txBody>
      </p:sp>
      <p:pic>
        <p:nvPicPr>
          <p:cNvPr id="6" name="Paveikslėlis 5" descr="Paveikslėlis, kuriame yra tekstas, diagrama, linija, Grafikas&#10;&#10;Dirbtinio intelekto sugeneruotas turinys gali būti neteisingas.">
            <a:extLst>
              <a:ext uri="{FF2B5EF4-FFF2-40B4-BE49-F238E27FC236}">
                <a16:creationId xmlns:a16="http://schemas.microsoft.com/office/drawing/2014/main" id="{FB671915-6360-C85D-3A73-8D9AA4A81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813" y="1806142"/>
            <a:ext cx="10772374" cy="372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48E160-CD4E-A4E5-9B20-7C8323DE7036}"/>
              </a:ext>
            </a:extLst>
          </p:cNvPr>
          <p:cNvSpPr txBox="1"/>
          <p:nvPr/>
        </p:nvSpPr>
        <p:spPr>
          <a:xfrm>
            <a:off x="2005780" y="5647835"/>
            <a:ext cx="9055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 though logistic regression (which you may have heard of) has “regression” in its name, it’s actually a classification modeling technique!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107341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1EFFA21-BC91-C2F1-8E21-3577AB15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GOALS OF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4CA5B-09BE-74B9-4E8C-7A0D407B61C6}"/>
              </a:ext>
            </a:extLst>
          </p:cNvPr>
          <p:cNvSpPr txBox="1"/>
          <p:nvPr/>
        </p:nvSpPr>
        <p:spPr>
          <a:xfrm>
            <a:off x="1120877" y="1395785"/>
            <a:ext cx="99600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Regression models are used for two primary goals: </a:t>
            </a:r>
            <a:r>
              <a:rPr lang="en-US" b="1" dirty="0"/>
              <a:t>prediction</a:t>
            </a:r>
            <a:r>
              <a:rPr lang="en-US" dirty="0"/>
              <a:t> and </a:t>
            </a:r>
            <a:r>
              <a:rPr lang="en-US" b="1" dirty="0"/>
              <a:t>inference</a:t>
            </a:r>
            <a:endParaRPr lang="lt-LT" b="1" dirty="0"/>
          </a:p>
          <a:p>
            <a:r>
              <a:rPr lang="en-US" dirty="0"/>
              <a:t> • The goal shapes the modeling approach, including the regression algorithm used, the complexity of the model, and more</a:t>
            </a:r>
            <a:endParaRPr lang="lt-LT" dirty="0"/>
          </a:p>
        </p:txBody>
      </p:sp>
      <p:pic>
        <p:nvPicPr>
          <p:cNvPr id="6" name="Paveikslėlis 5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6BFB78B-55E5-E444-5D0B-D2F36707F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10209"/>
            <a:ext cx="10431331" cy="32961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20524-A006-B196-8ADE-DA21B5E89A9F}"/>
              </a:ext>
            </a:extLst>
          </p:cNvPr>
          <p:cNvSpPr txBox="1"/>
          <p:nvPr/>
        </p:nvSpPr>
        <p:spPr>
          <a:xfrm>
            <a:off x="648927" y="5797413"/>
            <a:ext cx="11080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often need to strike a </a:t>
            </a:r>
            <a:r>
              <a:rPr lang="en-US" b="1" dirty="0"/>
              <a:t>balance between these goals </a:t>
            </a:r>
            <a:r>
              <a:rPr lang="en-US" dirty="0"/>
              <a:t>– a model that is very inaccurate won’t be too trustworthy for inference, and understanding the impact that variables have on predictions can help make them more accurate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362514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48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6036233-77C8-7B5E-74F0-7A198468E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REGRESSION 101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1475A-6B39-C8E3-3519-A075B146E79C}"/>
              </a:ext>
            </a:extLst>
          </p:cNvPr>
          <p:cNvSpPr txBox="1"/>
          <p:nvPr/>
        </p:nvSpPr>
        <p:spPr>
          <a:xfrm>
            <a:off x="1081547" y="1612490"/>
            <a:ext cx="10933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Regression analysis </a:t>
            </a:r>
            <a:r>
              <a:rPr lang="en-US" dirty="0"/>
              <a:t>is supervised learning technique used to predict a numeric variable (</a:t>
            </a:r>
            <a:r>
              <a:rPr lang="en-US" i="1" dirty="0"/>
              <a:t>target</a:t>
            </a:r>
            <a:r>
              <a:rPr lang="en-US" dirty="0"/>
              <a:t>) by modeling its relationship with a set of other variables (</a:t>
            </a:r>
            <a:r>
              <a:rPr lang="en-US" i="1" dirty="0"/>
              <a:t>features</a:t>
            </a:r>
            <a:r>
              <a:rPr lang="en-US" dirty="0"/>
              <a:t>)</a:t>
            </a:r>
            <a:endParaRPr lang="lt-LT" dirty="0"/>
          </a:p>
        </p:txBody>
      </p:sp>
      <p:pic>
        <p:nvPicPr>
          <p:cNvPr id="6" name="Paveikslėlis 5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BE2399D6-5AD9-8F06-8FFE-050B80BA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826" y="2258821"/>
            <a:ext cx="9652240" cy="442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0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2B78-D4DE-EAA3-B133-AC829ECEB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D8E2F69-BE21-AC87-2978-90EEB6D2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</a:t>
            </a:r>
            <a:r>
              <a:rPr lang="en-US" dirty="0"/>
              <a:t>N</a:t>
            </a:r>
            <a:endParaRPr lang="lt-LT" dirty="0"/>
          </a:p>
        </p:txBody>
      </p:sp>
      <p:pic>
        <p:nvPicPr>
          <p:cNvPr id="4" name="Paveikslėlis 3" descr="Paveikslėlis, kuriame yra tekstas, Šriftas, ekrano kopija&#10;&#10;Dirbtinio intelekto sugeneruotas turinys gali būti neteisingas.">
            <a:extLst>
              <a:ext uri="{FF2B5EF4-FFF2-40B4-BE49-F238E27FC236}">
                <a16:creationId xmlns:a16="http://schemas.microsoft.com/office/drawing/2014/main" id="{BD3715B8-FB42-53B7-D0B2-204DD2EA5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47142"/>
            <a:ext cx="10092113" cy="475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2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530F40C-C6F9-3BE3-2A70-4D88E9D1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MULTIPLE LINEAR REGRESSION MO</a:t>
            </a:r>
            <a:r>
              <a:rPr lang="en-US" dirty="0"/>
              <a:t>DEL</a:t>
            </a:r>
            <a:endParaRPr lang="lt-LT" dirty="0"/>
          </a:p>
        </p:txBody>
      </p:sp>
      <p:pic>
        <p:nvPicPr>
          <p:cNvPr id="4" name="Paveikslėlis 3" descr="Paveikslėlis, kuriame yra diagrama, tekstas, ekrano kopija, origamis&#10;&#10;Dirbtinio intelekto sugeneruotas turinys gali būti neteisingas.">
            <a:extLst>
              <a:ext uri="{FF2B5EF4-FFF2-40B4-BE49-F238E27FC236}">
                <a16:creationId xmlns:a16="http://schemas.microsoft.com/office/drawing/2014/main" id="{28DA9A4C-D0A4-B838-1CC1-C5451D5A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839" y="1350397"/>
            <a:ext cx="9395161" cy="47980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689809-9FFB-1929-E3C4-7CDB07C7605D}"/>
              </a:ext>
            </a:extLst>
          </p:cNvPr>
          <p:cNvSpPr txBox="1"/>
          <p:nvPr/>
        </p:nvSpPr>
        <p:spPr>
          <a:xfrm>
            <a:off x="275304" y="2282384"/>
            <a:ext cx="17698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regression can scale well beyond 2 variables, but this is where visual analysis breaks down – and one reason why we need </a:t>
            </a:r>
            <a:r>
              <a:rPr lang="en-US" dirty="0">
                <a:highlight>
                  <a:srgbClr val="FFFF00"/>
                </a:highlight>
              </a:rPr>
              <a:t>machine learning</a:t>
            </a:r>
            <a:r>
              <a:rPr lang="en-US" dirty="0"/>
              <a:t>!</a:t>
            </a:r>
            <a:endParaRPr lang="lt-LT" dirty="0"/>
          </a:p>
        </p:txBody>
      </p:sp>
    </p:spTree>
    <p:extLst>
      <p:ext uri="{BB962C8B-B14F-4D97-AF65-F5344CB8AC3E}">
        <p14:creationId xmlns:p14="http://schemas.microsoft.com/office/powerpoint/2010/main" val="214541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3CE231BD-25E5-FDD9-4AB7-F019BAB56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FITTING A MULTIPLE REGRESSION</a:t>
            </a:r>
          </a:p>
        </p:txBody>
      </p:sp>
      <p:pic>
        <p:nvPicPr>
          <p:cNvPr id="6" name="Paveikslėlis 5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C525139F-D573-3E46-57B1-3B70EDB3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507" y="1326043"/>
            <a:ext cx="9262184" cy="507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812FBE4-BDE8-83F7-359C-34627154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MODEL ASSUMPTIONS</a:t>
            </a:r>
          </a:p>
        </p:txBody>
      </p:sp>
    </p:spTree>
    <p:extLst>
      <p:ext uri="{BB962C8B-B14F-4D97-AF65-F5344CB8AC3E}">
        <p14:creationId xmlns:p14="http://schemas.microsoft.com/office/powerpoint/2010/main" val="3477126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5BA3-2D50-A291-7B9D-213D34AA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163FC7A-6818-8424-7B16-7D1AECE1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ASSUMPTIONS OF LINEAR REGRESSION</a:t>
            </a:r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CC2ED07F-4642-963D-0530-64C8F15D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8" y="1710655"/>
            <a:ext cx="10515600" cy="478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287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2DAE438-9B4A-3C93-7993-8D13CE606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LINEARITY</a:t>
            </a:r>
          </a:p>
        </p:txBody>
      </p:sp>
      <p:pic>
        <p:nvPicPr>
          <p:cNvPr id="4" name="Paveikslėlis 3" descr="Paveikslėlis, kuriame yra tekstas, ekrano kopija, linija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1F54B241-87A8-61F3-C420-76A7FA73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3490"/>
            <a:ext cx="9734437" cy="525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4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48C7-D9C2-CB44-3BF3-CEE52C109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AC12078-53D4-BF8D-6C98-DE0F522E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LINEARITY</a:t>
            </a:r>
          </a:p>
        </p:txBody>
      </p:sp>
      <p:pic>
        <p:nvPicPr>
          <p:cNvPr id="5" name="Paveikslėlis 4" descr="Paveikslėlis, kuriame yra tekstas, ekrano kopija, diagrama, linija&#10;&#10;Dirbtinio intelekto sugeneruotas turinys gali būti neteisingas.">
            <a:extLst>
              <a:ext uri="{FF2B5EF4-FFF2-40B4-BE49-F238E27FC236}">
                <a16:creationId xmlns:a16="http://schemas.microsoft.com/office/drawing/2014/main" id="{EBA12820-6096-FFF5-4972-5B51A72D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17287"/>
            <a:ext cx="9397213" cy="519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91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7FA3-CC14-E5AB-D2E9-170D362F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199B46AF-B3B1-43FF-9AE9-D5DEFBBE9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LINEARITY</a:t>
            </a:r>
          </a:p>
        </p:txBody>
      </p:sp>
      <p:pic>
        <p:nvPicPr>
          <p:cNvPr id="4" name="Paveikslėlis 3" descr="Paveikslėlis, kuriame yra tekstas, Šriftas, skaičius, programinė įranga&#10;&#10;Dirbtinio intelekto sugeneruotas turinys gali būti neteisingas.">
            <a:extLst>
              <a:ext uri="{FF2B5EF4-FFF2-40B4-BE49-F238E27FC236}">
                <a16:creationId xmlns:a16="http://schemas.microsoft.com/office/drawing/2014/main" id="{821A6C0E-813B-53DD-CBB8-82770183E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1409640"/>
            <a:ext cx="10100109" cy="530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39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90E65BE4-3569-6FB4-4911-F1F4CEDE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INDEPENDENCE OF ERRORS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5D0734F3-0530-B862-2221-A0B2FAD18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6" y="1439965"/>
            <a:ext cx="9671161" cy="505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7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1B97-3984-BFA3-FAA2-BE0F0C203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586C71A0-F880-DFA9-E273-7C2D71AB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INDEPENDENCE OF ERRORS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841EA80-B31A-82F9-BCF7-BC034B67D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5295"/>
            <a:ext cx="8608623" cy="495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7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BF2661CA-A6DF-9EC3-D855-97DB369EA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NORMALITY OF ERRORS</a:t>
            </a:r>
          </a:p>
        </p:txBody>
      </p:sp>
      <p:pic>
        <p:nvPicPr>
          <p:cNvPr id="4" name="Paveikslėlis 3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60771BA4-095C-8544-4CC2-1C6F70B26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29" y="1523871"/>
            <a:ext cx="9216081" cy="496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6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2426C-254B-47FD-E5B4-542B9C849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8C053B6-EA3A-79DE-0088-0D78219F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NORMALITY OF ERRORS</a:t>
            </a:r>
          </a:p>
        </p:txBody>
      </p:sp>
      <p:pic>
        <p:nvPicPr>
          <p:cNvPr id="5" name="Paveikslėlis 4" descr="Paveikslėlis, kuriame yra tekstas, ekrano kopija, Šriftas, diagrama&#10;&#10;Dirbtinio intelekto sugeneruotas turinys gali būti neteisingas.">
            <a:extLst>
              <a:ext uri="{FF2B5EF4-FFF2-40B4-BE49-F238E27FC236}">
                <a16:creationId xmlns:a16="http://schemas.microsoft.com/office/drawing/2014/main" id="{81CC2CD9-4E7A-E9CF-1F5D-F2892899C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4932"/>
            <a:ext cx="9540895" cy="514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12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F37A22-FF15-E042-006A-024798A4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PRO TIP: INTERPRETING TRANSFORMED TARGETS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ED3D1E76-7EB0-8A1B-9A3A-0CE6C5E25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84" y="1690688"/>
            <a:ext cx="8911587" cy="520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20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A617718D-54B9-DDC6-ADC7-4B8957B5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NO PERFECT MULTICOLLINEARITY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4C2F71E8-8D60-9DD3-4241-35757B73B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97" y="1453651"/>
            <a:ext cx="8890524" cy="5039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27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79F6-36E5-6D0E-4B61-5CC5388D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B333B67-89C3-7008-2DC2-35C324C5E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NO PERFECT MULTICOLLINEARITY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030154E4-4A26-DE01-81F0-310FE21CE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562" y="1442515"/>
            <a:ext cx="8678498" cy="475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55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0E137355-3F91-1A69-43D9-3F0A9A02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EQUAL VARIANCE OF ERRORS</a:t>
            </a:r>
          </a:p>
        </p:txBody>
      </p:sp>
      <p:pic>
        <p:nvPicPr>
          <p:cNvPr id="4" name="Paveikslėlis 3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84898497-3DB3-BD9D-394F-AE7FD1B06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6" y="1372921"/>
            <a:ext cx="9345911" cy="522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66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47887-8E0A-61E9-185B-323BF029F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2729FBF-0EE0-9BC9-232B-091BFA976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EQUAL VARIANCE OF ERRORS</a:t>
            </a:r>
          </a:p>
        </p:txBody>
      </p:sp>
      <p:pic>
        <p:nvPicPr>
          <p:cNvPr id="5" name="Paveikslėlis 4" descr="Paveikslėlis, kuriame yra tekstas, ekrano kopija, diagram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B948E458-5DE9-9D1C-4DFF-FE75C2431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7419"/>
            <a:ext cx="9282460" cy="529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70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7C3B589B-F311-AA59-C1A2-9AF5670AE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OUTLIERS &amp; INFLUENCE</a:t>
            </a:r>
          </a:p>
        </p:txBody>
      </p:sp>
      <p:pic>
        <p:nvPicPr>
          <p:cNvPr id="4" name="Paveikslėlis 3" descr="Paveikslėlis, kuriame yra tekstas, ekrano kopija, Šriftas, linija&#10;&#10;Dirbtinio intelekto sugeneruotas turinys gali būti neteisingas.">
            <a:extLst>
              <a:ext uri="{FF2B5EF4-FFF2-40B4-BE49-F238E27FC236}">
                <a16:creationId xmlns:a16="http://schemas.microsoft.com/office/drawing/2014/main" id="{2B3C5D89-816B-B3B7-FB00-C04B4CD45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0" y="1424470"/>
            <a:ext cx="9048801" cy="49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96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94E31-6759-3E00-4337-45F240779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C3D5FA27-E20F-9959-222F-313B51B5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OUTLIERS &amp; INFLUENCE</a:t>
            </a:r>
          </a:p>
        </p:txBody>
      </p:sp>
      <p:pic>
        <p:nvPicPr>
          <p:cNvPr id="5" name="Paveikslėlis 4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68EADB64-5897-CD5E-D79B-6F7B561B0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09" y="1516300"/>
            <a:ext cx="8751386" cy="480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45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7F7BC-4B11-C57B-17A5-2CEEBB73C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D4A7323A-5698-3ACD-3F24-5E43E0B4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t-LT" dirty="0"/>
              <a:t>OUTLIERS &amp; INFLUENCE</a:t>
            </a:r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8DCAFADD-2FBC-92D1-DD8A-F382057C9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1" y="1559435"/>
            <a:ext cx="9224252" cy="529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9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4CB104E1-DC95-B136-9627-48FE4AD31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t-LT"/>
          </a:p>
        </p:txBody>
      </p:sp>
      <p:pic>
        <p:nvPicPr>
          <p:cNvPr id="4" name="Paveikslėlis 3" descr="Paveikslėlis, kuriame yra tekstas, ekrano kopija, Šriftas, skaičius&#10;&#10;Dirbtinio intelekto sugeneruotas turinys gali būti neteisingas.">
            <a:extLst>
              <a:ext uri="{FF2B5EF4-FFF2-40B4-BE49-F238E27FC236}">
                <a16:creationId xmlns:a16="http://schemas.microsoft.com/office/drawing/2014/main" id="{A543E107-C7C0-89EC-9863-190E5851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819"/>
            <a:ext cx="12192000" cy="59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31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vadinimas 1">
            <a:extLst>
              <a:ext uri="{FF2B5EF4-FFF2-40B4-BE49-F238E27FC236}">
                <a16:creationId xmlns:a16="http://schemas.microsoft.com/office/drawing/2014/main" id="{8154B407-9C06-2C46-AC10-543CA078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 Aways</a:t>
            </a:r>
            <a:endParaRPr lang="lt-LT" dirty="0"/>
          </a:p>
        </p:txBody>
      </p:sp>
      <p:pic>
        <p:nvPicPr>
          <p:cNvPr id="4" name="Paveikslėlis 3" descr="Paveikslėlis, kuriame yra tekstas, ekrano kopija, Šriftas&#10;&#10;Dirbtinio intelekto sugeneruotas turinys gali būti neteisingas.">
            <a:extLst>
              <a:ext uri="{FF2B5EF4-FFF2-40B4-BE49-F238E27FC236}">
                <a16:creationId xmlns:a16="http://schemas.microsoft.com/office/drawing/2014/main" id="{A5CC1011-4C14-4A48-C5D7-A912180E8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4494" y="2270873"/>
            <a:ext cx="7874497" cy="351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56165"/>
      </p:ext>
    </p:extLst>
  </p:cSld>
  <p:clrMapOvr>
    <a:masterClrMapping/>
  </p:clrMapOvr>
</p:sld>
</file>

<file path=ppt/theme/theme1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„Office“ 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as" ma:contentTypeID="0x010100753C69E30CD2E346B0231A1827D4E953" ma:contentTypeVersion="32" ma:contentTypeDescription="Kurkite naują dokumentą." ma:contentTypeScope="" ma:versionID="809ac949904d02c312bdad0800d9e5ec">
  <xsd:schema xmlns:xsd="http://www.w3.org/2001/XMLSchema" xmlns:xs="http://www.w3.org/2001/XMLSchema" xmlns:p="http://schemas.microsoft.com/office/2006/metadata/properties" xmlns:ns2="662e3587-765d-4918-9d92-5b93275042d2" xmlns:ns3="eb74e56a-683e-4ac4-9917-2810b22b5cab" targetNamespace="http://schemas.microsoft.com/office/2006/metadata/properties" ma:root="true" ma:fieldsID="7810e61893e78777e4b537f36b79e890" ns2:_="" ns3:_="">
    <xsd:import namespace="662e3587-765d-4918-9d92-5b93275042d2"/>
    <xsd:import namespace="eb74e56a-683e-4ac4-9917-2810b22b5c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2e3587-765d-4918-9d92-5b9327504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Vaizdų žymės" ma:readOnly="false" ma:fieldId="{5cf76f15-5ced-4ddc-b409-7134ff3c332f}" ma:taxonomyMulti="true" ma:sspId="170f77d6-0e01-4d43-ba48-7d2f3bc0a5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74e56a-683e-4ac4-9917-2810b22b5ca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668e2cc-9ecf-45c3-8926-07f8ce6bf3d7}" ma:internalName="TaxCatchAll" ma:showField="CatchAllData" ma:web="eb74e56a-683e-4ac4-9917-2810b22b5c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urinio tipas"/>
        <xsd:element ref="dc:title" minOccurs="0" maxOccurs="1" ma:index="4" ma:displayName="Antraštė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nvited_Teachers xmlns="662e3587-765d-4918-9d92-5b93275042d2" xsi:nil="true"/>
    <DefaultSectionNames xmlns="662e3587-765d-4918-9d92-5b93275042d2" xsi:nil="true"/>
    <Teams_Channel_Section_Location xmlns="662e3587-765d-4918-9d92-5b93275042d2" xsi:nil="true"/>
    <Templates xmlns="662e3587-765d-4918-9d92-5b93275042d2" xsi:nil="true"/>
    <NotebookType xmlns="662e3587-765d-4918-9d92-5b93275042d2" xsi:nil="true"/>
    <Distribution_Groups xmlns="662e3587-765d-4918-9d92-5b93275042d2" xsi:nil="true"/>
    <TeamsChannelId xmlns="662e3587-765d-4918-9d92-5b93275042d2" xsi:nil="true"/>
    <Is_Collaboration_Space_Locked xmlns="662e3587-765d-4918-9d92-5b93275042d2" xsi:nil="true"/>
    <Owner xmlns="662e3587-765d-4918-9d92-5b93275042d2">
      <UserInfo>
        <DisplayName/>
        <AccountId xsi:nil="true"/>
        <AccountType/>
      </UserInfo>
    </Owner>
    <LMS_Mappings xmlns="662e3587-765d-4918-9d92-5b93275042d2" xsi:nil="true"/>
    <Invited_Students xmlns="662e3587-765d-4918-9d92-5b93275042d2" xsi:nil="true"/>
    <FolderType xmlns="662e3587-765d-4918-9d92-5b93275042d2" xsi:nil="true"/>
    <CultureName xmlns="662e3587-765d-4918-9d92-5b93275042d2" xsi:nil="true"/>
    <IsNotebookLocked xmlns="662e3587-765d-4918-9d92-5b93275042d2" xsi:nil="true"/>
    <Math_Settings xmlns="662e3587-765d-4918-9d92-5b93275042d2" xsi:nil="true"/>
    <Teachers xmlns="662e3587-765d-4918-9d92-5b93275042d2">
      <UserInfo>
        <DisplayName/>
        <AccountId xsi:nil="true"/>
        <AccountType/>
      </UserInfo>
    </Teachers>
    <Student_Groups xmlns="662e3587-765d-4918-9d92-5b93275042d2">
      <UserInfo>
        <DisplayName/>
        <AccountId xsi:nil="true"/>
        <AccountType/>
      </UserInfo>
    </Student_Groups>
    <TaxCatchAll xmlns="eb74e56a-683e-4ac4-9917-2810b22b5cab" xsi:nil="true"/>
    <AppVersion xmlns="662e3587-765d-4918-9d92-5b93275042d2" xsi:nil="true"/>
    <Self_Registration_Enabled xmlns="662e3587-765d-4918-9d92-5b93275042d2" xsi:nil="true"/>
    <Has_Teacher_Only_SectionGroup xmlns="662e3587-765d-4918-9d92-5b93275042d2" xsi:nil="true"/>
    <lcf76f155ced4ddcb4097134ff3c332f xmlns="662e3587-765d-4918-9d92-5b93275042d2">
      <Terms xmlns="http://schemas.microsoft.com/office/infopath/2007/PartnerControls"/>
    </lcf76f155ced4ddcb4097134ff3c332f>
    <Students xmlns="662e3587-765d-4918-9d92-5b93275042d2">
      <UserInfo>
        <DisplayName/>
        <AccountId xsi:nil="true"/>
        <AccountType/>
      </UserInfo>
    </Students>
  </documentManagement>
</p:properties>
</file>

<file path=customXml/itemProps1.xml><?xml version="1.0" encoding="utf-8"?>
<ds:datastoreItem xmlns:ds="http://schemas.openxmlformats.org/officeDocument/2006/customXml" ds:itemID="{F72B3F8C-FF20-41FE-B421-B1BF26CC0BBC}"/>
</file>

<file path=customXml/itemProps2.xml><?xml version="1.0" encoding="utf-8"?>
<ds:datastoreItem xmlns:ds="http://schemas.openxmlformats.org/officeDocument/2006/customXml" ds:itemID="{4A87C025-02BE-486F-92AD-2524E641C18F}"/>
</file>

<file path=customXml/itemProps3.xml><?xml version="1.0" encoding="utf-8"?>
<ds:datastoreItem xmlns:ds="http://schemas.openxmlformats.org/officeDocument/2006/customXml" ds:itemID="{4FAB7285-B7E8-4348-8BBC-10E8E1B9AA5E}"/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289</Words>
  <Application>Microsoft Office PowerPoint</Application>
  <PresentationFormat>Plačiaekranė</PresentationFormat>
  <Paragraphs>40</Paragraphs>
  <Slides>28</Slides>
  <Notes>1</Notes>
  <HiddenSlides>0</HiddenSlides>
  <MMClips>0</MMClips>
  <ScaleCrop>false</ScaleCrop>
  <HeadingPairs>
    <vt:vector size="6" baseType="variant">
      <vt:variant>
        <vt:lpstr>Naudojami šriftai</vt:lpstr>
      </vt:variant>
      <vt:variant>
        <vt:i4>3</vt:i4>
      </vt:variant>
      <vt:variant>
        <vt:lpstr>Tema</vt:lpstr>
      </vt:variant>
      <vt:variant>
        <vt:i4>1</vt:i4>
      </vt:variant>
      <vt:variant>
        <vt:lpstr>Skaidrių pavadinimai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„Office“ tema</vt:lpstr>
      <vt:lpstr>  Python: Multiple  Regression </vt:lpstr>
      <vt:lpstr>COMMON ALGORITHMS</vt:lpstr>
      <vt:lpstr>TYPES OF REGRESSION</vt:lpstr>
      <vt:lpstr>GOALS OF REGRESSION</vt:lpstr>
      <vt:lpstr>REGRESSION 101</vt:lpstr>
      <vt:lpstr>REGRESSION 101</vt:lpstr>
      <vt:lpstr>MULTIPLE LINEAR REGRESSION</vt:lpstr>
      <vt:lpstr>MULTIPLE LINEAR REGRESSION MODEL</vt:lpstr>
      <vt:lpstr>FITTING A MULTIPLE REGRESSION</vt:lpstr>
      <vt:lpstr>MODEL ASSUMPTIONS</vt:lpstr>
      <vt:lpstr>ASSUMPTIONS OF LINEAR REGRESSION</vt:lpstr>
      <vt:lpstr>LINEARITY</vt:lpstr>
      <vt:lpstr>LINEARITY</vt:lpstr>
      <vt:lpstr>LINEARITY</vt:lpstr>
      <vt:lpstr>INDEPENDENCE OF ERRORS</vt:lpstr>
      <vt:lpstr>INDEPENDENCE OF ERRORS</vt:lpstr>
      <vt:lpstr>NORMALITY OF ERRORS</vt:lpstr>
      <vt:lpstr>NORMALITY OF ERRORS</vt:lpstr>
      <vt:lpstr>PRO TIP: INTERPRETING TRANSFORMED TARGETS</vt:lpstr>
      <vt:lpstr>NO PERFECT MULTICOLLINEARITY</vt:lpstr>
      <vt:lpstr>NO PERFECT MULTICOLLINEARITY</vt:lpstr>
      <vt:lpstr>EQUAL VARIANCE OF ERRORS</vt:lpstr>
      <vt:lpstr>EQUAL VARIANCE OF ERRORS</vt:lpstr>
      <vt:lpstr>OUTLIERS &amp; INFLUENCE</vt:lpstr>
      <vt:lpstr>OUTLIERS &amp; INFLUENCE</vt:lpstr>
      <vt:lpstr>OUTLIERS &amp; INFLUENCE</vt:lpstr>
      <vt:lpstr>„PowerPoint“ pateiktis</vt:lpstr>
      <vt:lpstr>Key Take 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Žydrūnė Kelpšaitė</dc:creator>
  <cp:lastModifiedBy>Žydrūnė Kelpšaitė</cp:lastModifiedBy>
  <cp:revision>2</cp:revision>
  <dcterms:created xsi:type="dcterms:W3CDTF">2026-02-01T16:05:21Z</dcterms:created>
  <dcterms:modified xsi:type="dcterms:W3CDTF">2026-02-02T10:22:16Z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0x010100753C69E30CD2E346B0231A1827D4E953</vt:lpwstr>
  </property>
</Properties>
</file>