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9" r:id="rId2"/>
    <p:sldId id="260" r:id="rId3"/>
    <p:sldId id="275" r:id="rId4"/>
    <p:sldId id="274" r:id="rId5"/>
    <p:sldId id="270" r:id="rId6"/>
    <p:sldId id="363" r:id="rId7"/>
    <p:sldId id="424" r:id="rId8"/>
    <p:sldId id="317" r:id="rId9"/>
    <p:sldId id="318" r:id="rId10"/>
    <p:sldId id="325" r:id="rId11"/>
    <p:sldId id="340" r:id="rId12"/>
    <p:sldId id="343" r:id="rId13"/>
    <p:sldId id="425" r:id="rId14"/>
    <p:sldId id="365" r:id="rId15"/>
    <p:sldId id="364" r:id="rId16"/>
    <p:sldId id="366" r:id="rId17"/>
    <p:sldId id="368" r:id="rId18"/>
    <p:sldId id="367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1" r:id="rId31"/>
    <p:sldId id="426" r:id="rId32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custSel addSld delSld modSld">
      <pc:chgData name="Žydrūnė Kelpšaitė" userId="e943768126acec1d" providerId="LiveId" clId="{31712FD7-FA85-48BA-9D35-5382388CFC74}" dt="2026-02-27T09:13:05.749" v="24" actId="47"/>
      <pc:docMkLst>
        <pc:docMk/>
      </pc:docMkLst>
      <pc:sldChg chg="addSp delSp modSp mod">
        <pc:chgData name="Žydrūnė Kelpšaitė" userId="e943768126acec1d" providerId="LiveId" clId="{31712FD7-FA85-48BA-9D35-5382388CFC74}" dt="2026-02-03T17:40:44.411" v="6" actId="1076"/>
        <pc:sldMkLst>
          <pc:docMk/>
          <pc:sldMk cId="469815673" sldId="279"/>
        </pc:sldMkLst>
        <pc:picChg chg="add mod">
          <ac:chgData name="Žydrūnė Kelpšaitė" userId="e943768126acec1d" providerId="LiveId" clId="{31712FD7-FA85-48BA-9D35-5382388CFC74}" dt="2026-02-03T17:40:44.411" v="6" actId="1076"/>
          <ac:picMkLst>
            <pc:docMk/>
            <pc:sldMk cId="469815673" sldId="279"/>
            <ac:picMk id="5" creationId="{919D118F-8FDE-110F-45A0-ACE4BC20CE3A}"/>
          </ac:picMkLst>
        </pc:picChg>
      </pc:sldChg>
      <pc:sldChg chg="modSp add mod">
        <pc:chgData name="Žydrūnė Kelpšaitė" userId="e943768126acec1d" providerId="LiveId" clId="{31712FD7-FA85-48BA-9D35-5382388CFC74}" dt="2026-02-03T19:20:15.565" v="21" actId="1076"/>
        <pc:sldMkLst>
          <pc:docMk/>
          <pc:sldMk cId="3834624742" sldId="364"/>
        </pc:sldMkLst>
        <pc:picChg chg="mod">
          <ac:chgData name="Žydrūnė Kelpšaitė" userId="e943768126acec1d" providerId="LiveId" clId="{31712FD7-FA85-48BA-9D35-5382388CFC74}" dt="2026-02-03T19:20:15.565" v="21" actId="1076"/>
          <ac:picMkLst>
            <pc:docMk/>
            <pc:sldMk cId="3834624742" sldId="364"/>
            <ac:picMk id="4" creationId="{9E3A04F7-0916-D668-5944-AFA08D89D80B}"/>
          </ac:picMkLst>
        </pc:picChg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669657911" sldId="365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3366126236" sldId="366"/>
        </pc:sldMkLst>
      </pc:sldChg>
      <pc:sldChg chg="modSp add mod">
        <pc:chgData name="Žydrūnė Kelpšaitė" userId="e943768126acec1d" providerId="LiveId" clId="{31712FD7-FA85-48BA-9D35-5382388CFC74}" dt="2026-02-04T08:11:09.289" v="22" actId="1076"/>
        <pc:sldMkLst>
          <pc:docMk/>
          <pc:sldMk cId="2388805401" sldId="367"/>
        </pc:sldMkLst>
        <pc:picChg chg="mod">
          <ac:chgData name="Žydrūnė Kelpšaitė" userId="e943768126acec1d" providerId="LiveId" clId="{31712FD7-FA85-48BA-9D35-5382388CFC74}" dt="2026-02-04T08:11:09.289" v="22" actId="1076"/>
          <ac:picMkLst>
            <pc:docMk/>
            <pc:sldMk cId="2388805401" sldId="367"/>
            <ac:picMk id="4" creationId="{10F8F889-24FC-8E83-3F45-B820B2CDC632}"/>
          </ac:picMkLst>
        </pc:picChg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1222932236" sldId="368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987785308" sldId="369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820370776" sldId="370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2042993538" sldId="371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1463247598" sldId="372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4129364123" sldId="373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1822076338" sldId="374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3527052495" sldId="375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1171746114" sldId="376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4022935096" sldId="377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1557396999" sldId="378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3772674101" sldId="379"/>
        </pc:sldMkLst>
      </pc:sldChg>
      <pc:sldChg chg="add">
        <pc:chgData name="Žydrūnė Kelpšaitė" userId="e943768126acec1d" providerId="LiveId" clId="{31712FD7-FA85-48BA-9D35-5382388CFC74}" dt="2026-02-03T18:04:48.201" v="13"/>
        <pc:sldMkLst>
          <pc:docMk/>
          <pc:sldMk cId="2112504920" sldId="381"/>
        </pc:sldMkLst>
      </pc:sldChg>
      <pc:sldChg chg="addSp modSp new mod">
        <pc:chgData name="Žydrūnė Kelpšaitė" userId="e943768126acec1d" providerId="LiveId" clId="{31712FD7-FA85-48BA-9D35-5382388CFC74}" dt="2026-02-03T17:53:55.179" v="12" actId="122"/>
        <pc:sldMkLst>
          <pc:docMk/>
          <pc:sldMk cId="1748068467" sldId="425"/>
        </pc:sldMkLst>
        <pc:spChg chg="mod">
          <ac:chgData name="Žydrūnė Kelpšaitė" userId="e943768126acec1d" providerId="LiveId" clId="{31712FD7-FA85-48BA-9D35-5382388CFC74}" dt="2026-02-03T17:53:55.179" v="12" actId="122"/>
          <ac:spMkLst>
            <pc:docMk/>
            <pc:sldMk cId="1748068467" sldId="425"/>
            <ac:spMk id="2" creationId="{411B7B43-9EBF-D040-2AF2-43FFC53F75EB}"/>
          </ac:spMkLst>
        </pc:spChg>
        <pc:picChg chg="add mod">
          <ac:chgData name="Žydrūnė Kelpšaitė" userId="e943768126acec1d" providerId="LiveId" clId="{31712FD7-FA85-48BA-9D35-5382388CFC74}" dt="2026-02-03T17:46:11.183" v="10" actId="962"/>
          <ac:picMkLst>
            <pc:docMk/>
            <pc:sldMk cId="1748068467" sldId="425"/>
            <ac:picMk id="4" creationId="{DD302AAF-5D82-882D-D794-60E953AC6E58}"/>
          </ac:picMkLst>
        </pc:picChg>
      </pc:sldChg>
      <pc:sldChg chg="addSp modSp new mod">
        <pc:chgData name="Žydrūnė Kelpšaitė" userId="e943768126acec1d" providerId="LiveId" clId="{31712FD7-FA85-48BA-9D35-5382388CFC74}" dt="2026-02-03T19:18:03.885" v="20" actId="1076"/>
        <pc:sldMkLst>
          <pc:docMk/>
          <pc:sldMk cId="2297710600" sldId="426"/>
        </pc:sldMkLst>
        <pc:spChg chg="mod">
          <ac:chgData name="Žydrūnė Kelpšaitė" userId="e943768126acec1d" providerId="LiveId" clId="{31712FD7-FA85-48BA-9D35-5382388CFC74}" dt="2026-02-03T19:17:51.416" v="15"/>
          <ac:spMkLst>
            <pc:docMk/>
            <pc:sldMk cId="2297710600" sldId="426"/>
            <ac:spMk id="2" creationId="{B9CAB005-F9F7-02C8-D9AB-F9908B3FAE21}"/>
          </ac:spMkLst>
        </pc:spChg>
        <pc:picChg chg="add mod">
          <ac:chgData name="Žydrūnė Kelpšaitė" userId="e943768126acec1d" providerId="LiveId" clId="{31712FD7-FA85-48BA-9D35-5382388CFC74}" dt="2026-02-03T19:18:03.885" v="20" actId="1076"/>
          <ac:picMkLst>
            <pc:docMk/>
            <pc:sldMk cId="2297710600" sldId="426"/>
            <ac:picMk id="4" creationId="{01A338AC-5653-F70E-FEC0-C8234853608B}"/>
          </ac:picMkLst>
        </pc:picChg>
      </pc:sldChg>
      <pc:sldChg chg="new del">
        <pc:chgData name="Žydrūnė Kelpšaitė" userId="e943768126acec1d" providerId="LiveId" clId="{31712FD7-FA85-48BA-9D35-5382388CFC74}" dt="2026-02-27T09:13:05.749" v="24" actId="47"/>
        <pc:sldMkLst>
          <pc:docMk/>
          <pc:sldMk cId="2286673886" sldId="4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A7EA0-0E4B-466A-915E-9CA503184FEF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B439F-9674-45B5-8C96-D557AAA858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3172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186BD0A-411D-AD1D-438A-7299041C9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1A5C54BB-223F-0EBC-9322-EEE091C3F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C1C8A8C-4A2E-E244-9A2E-8B455F9B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E9722F3-19FC-7BA5-3F9A-BDCC884A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7DAC41C7-ABB6-756A-839E-B9444F9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3352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2C4F1F-53AA-C224-D249-1757A32A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FE26CBD1-CCF5-1522-C598-D897F5FF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7936920-7C1F-C393-79FF-B13157B0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10E2695-170F-B8E8-237E-C0C93518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8F95F60-DC19-0869-F9D1-7577F8FA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0886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E938056-BC7B-86A3-8268-CDC293DD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8E7D24E-3F2E-8141-49C9-01152811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25D64EF-B2B5-262B-ED84-1777C128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07C6EB76-7ED6-981B-75BA-9E81762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C477AFB-6204-940D-56F3-155C048A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1214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A908604-323F-BD84-9888-6D55FAEF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A2F68FD-9967-3DED-6C46-6A9306756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E321983F-C309-5657-4A0A-D8AB62BCF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EB703BDE-835E-B15A-B369-256C11FE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840BB2C4-806B-3FA8-AB91-DEE93905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AA59D770-BFE1-5172-A411-1902C36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28242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CFABC92-31D7-959D-6114-6E02CDB8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1FF4F41B-6B00-5D3C-5920-60B0547B8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07F9AC37-0FAC-9411-6561-A02BFF55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E335304E-D8EA-21E5-BFE9-AD376A482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5414D5F8-7A67-C36F-8D03-44694D8EC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395F54C8-7B14-AEAD-FBBC-B2099BCB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024279C0-BB92-7051-8327-500F795E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20FA149D-955C-A699-B169-201E6CE9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1776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FAB11B4-6854-3A93-F5BF-16A38854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FFD6B17D-7465-82F7-4CA5-B92C2340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36A3DD48-2698-34C4-9190-B00A75B7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7A0DB22-D455-9667-1765-436D76C5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8965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308AF72A-122A-6D10-5B09-A706E56D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5D8FCFDF-9B82-1748-66C1-6AE02FB6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C3F73403-7770-6087-2CC9-D0698C91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7213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149C66A-F251-C209-ACAF-443E6B63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04E297DE-1926-E699-123A-244C12EE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D36AD1CE-6D20-FDAF-FC49-0B30ED908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33840543-475C-2DB2-1AB6-DC21FA81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D25481C2-75F0-9EB2-129F-B3246F30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8EEF98B5-ED5D-B2A1-CD72-AEACCD63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173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5C211F-BF8D-D62E-F454-0F1EC696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82795E7E-A36F-25A4-10D1-5B2E7D88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17BE690F-C859-7881-0008-DCD657902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2ADAE4F-B218-72E1-886F-84313851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7FFCD34F-73DC-51CC-902C-4C5A9539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EACED031-B09B-A2F5-8A6A-666283C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2155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6719EE8-3BDD-C44F-C339-A00087A4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E2826984-928F-C265-4F97-95E3EFE36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BF37253-2BF2-21DB-3A23-F85D5A7E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2F7FA9E5-8591-9032-1F94-AF378697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2C6D7C8-6F3F-8C71-26DA-E825C105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0622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2CE37003-8AFE-6C00-EF6F-EB1ABE109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6AE554C9-FB8A-FAF3-C218-7E4BDC5BD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E3E9ABF-9976-BBA2-5CD5-0B2847E4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DA7DAD85-B4CC-2B77-988E-799BDFDD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5486825F-C2C6-DB22-62C0-65B6F9ED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4808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3273287" y="2618264"/>
            <a:ext cx="7050156" cy="2387601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73287" y="5930348"/>
            <a:ext cx="7050155" cy="927653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r>
              <a:t>CLICK TO EDIT MASTER SUBTITLE STYLE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74662" y="2619023"/>
            <a:ext cx="2334168" cy="2387601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r>
              <a:t>Mokytojo
Vardas Pavardė</a:t>
            </a:r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22"/>
          </p:nvPr>
        </p:nvSpPr>
        <p:spPr>
          <a:xfrm>
            <a:off x="10323513" y="458787"/>
            <a:ext cx="1377951" cy="1377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58367390"/>
      </p:ext>
    </p:extLst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613EBE01-E7FA-A88E-BF9C-40B72319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3A0ABE3-3241-8546-4BFC-9F0A4A0D3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5E86ABD-77B4-52BE-BF22-37F3CD995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36C6D-7C55-439E-985F-D159F347BD46}" type="datetimeFigureOut">
              <a:rPr lang="lt-LT" smtClean="0"/>
              <a:t>2026-02-27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6F866A4-2DDF-1C10-C45C-B7AC46C7B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A270FAF5-18C9-1CB1-97DB-650DAA399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2714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2BDC-5084-498D-BB0E-694C51A9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230" y="897619"/>
            <a:ext cx="8291303" cy="3217181"/>
          </a:xfrm>
        </p:spPr>
        <p:txBody>
          <a:bodyPr lIns="45719" tIns="45720" rIns="45719" bIns="45720" anchor="t">
            <a:normAutofit/>
          </a:bodyPr>
          <a:lstStyle/>
          <a:p>
            <a:br>
              <a:rPr lang="en-US" sz="5500" dirty="0"/>
            </a:br>
            <a:br>
              <a:rPr lang="en-US" sz="5500" dirty="0"/>
            </a:br>
            <a:r>
              <a:rPr lang="en-US" sz="5500" dirty="0"/>
              <a:t>Python: </a:t>
            </a:r>
            <a:r>
              <a:rPr lang="lt-LT" sz="5500" dirty="0" err="1"/>
              <a:t>Multiple</a:t>
            </a:r>
            <a:r>
              <a:rPr lang="lt-LT" sz="5500" dirty="0"/>
              <a:t>  </a:t>
            </a:r>
            <a:r>
              <a:rPr lang="en-US" sz="5500" dirty="0"/>
              <a:t>Regression</a:t>
            </a:r>
            <a:br>
              <a:rPr lang="en-US" sz="5500" dirty="0"/>
            </a:br>
            <a:endParaRPr lang="lt-LT" sz="5500" dirty="0"/>
          </a:p>
        </p:txBody>
      </p:sp>
      <p:sp>
        <p:nvSpPr>
          <p:cNvPr id="6" name="Google Shape;102;p1">
            <a:extLst>
              <a:ext uri="{FF2B5EF4-FFF2-40B4-BE49-F238E27FC236}">
                <a16:creationId xmlns:a16="http://schemas.microsoft.com/office/drawing/2014/main" id="{B077506A-6721-4858-9864-AF9A81768959}"/>
              </a:ext>
            </a:extLst>
          </p:cNvPr>
          <p:cNvSpPr txBox="1">
            <a:spLocks/>
          </p:cNvSpPr>
          <p:nvPr/>
        </p:nvSpPr>
        <p:spPr>
          <a:xfrm>
            <a:off x="504322" y="5930349"/>
            <a:ext cx="2358936" cy="92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lt-LT" sz="1600" b="1" dirty="0"/>
              <a:t>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0B682-3A69-7D7F-6C30-04096BD72FF1}"/>
              </a:ext>
            </a:extLst>
          </p:cNvPr>
          <p:cNvSpPr txBox="1"/>
          <p:nvPr/>
        </p:nvSpPr>
        <p:spPr>
          <a:xfrm>
            <a:off x="3048000" y="447497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dirty="0"/>
              <a:t>Žydrūnė Kelpšaitė</a:t>
            </a:r>
          </a:p>
          <a:p>
            <a:r>
              <a:rPr lang="lt-LT" sz="4000" dirty="0"/>
              <a:t>Data </a:t>
            </a:r>
            <a:r>
              <a:rPr lang="lt-LT" sz="4000" dirty="0" err="1"/>
              <a:t>Analyst</a:t>
            </a:r>
            <a:endParaRPr lang="lt-LT" sz="4000" dirty="0"/>
          </a:p>
        </p:txBody>
      </p:sp>
      <p:pic>
        <p:nvPicPr>
          <p:cNvPr id="5" name="Paveikslėlis 4" descr="Paveikslėlis, kuriame yra Šriftas, ekrano kopija, Grafika, tekstas&#10;&#10;Dirbtinio intelekto sugeneruotas turinys gali būti neteisingas.">
            <a:extLst>
              <a:ext uri="{FF2B5EF4-FFF2-40B4-BE49-F238E27FC236}">
                <a16:creationId xmlns:a16="http://schemas.microsoft.com/office/drawing/2014/main" id="{919D118F-8FDE-110F-45A0-ACE4BC20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2" y="537442"/>
            <a:ext cx="9840698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156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3456049-2DB5-56FD-AB5C-85BE50B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COMMON ALGORITHMS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F18F9B9-A022-36B8-0535-B789C087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66" y="1500245"/>
            <a:ext cx="7630590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68AEEC6-9F65-2541-C6F8-9D7416CD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75044-076F-6F8C-B042-A13A3DD9BA90}"/>
              </a:ext>
            </a:extLst>
          </p:cNvPr>
          <p:cNvSpPr txBox="1"/>
          <p:nvPr/>
        </p:nvSpPr>
        <p:spPr>
          <a:xfrm>
            <a:off x="838199" y="1436810"/>
            <a:ext cx="78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major types of regression modeling techniques</a:t>
            </a:r>
            <a:endParaRPr lang="lt-LT" dirty="0"/>
          </a:p>
        </p:txBody>
      </p:sp>
      <p:pic>
        <p:nvPicPr>
          <p:cNvPr id="6" name="Paveikslėlis 5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FB671915-6360-C85D-3A73-8D9AA4A8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13" y="1806142"/>
            <a:ext cx="10772374" cy="3726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8E160-CD4E-A4E5-9B20-7C8323DE7036}"/>
              </a:ext>
            </a:extLst>
          </p:cNvPr>
          <p:cNvSpPr txBox="1"/>
          <p:nvPr/>
        </p:nvSpPr>
        <p:spPr>
          <a:xfrm>
            <a:off x="2005780" y="5647835"/>
            <a:ext cx="9055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though logistic regression (which you may have heard of) has “regression” in its name, it’s actually a classification modeling technique!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7341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EFFA21-BC91-C2F1-8E21-3577AB15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4CA5B-09BE-74B9-4E8C-7A0D407B61C6}"/>
              </a:ext>
            </a:extLst>
          </p:cNvPr>
          <p:cNvSpPr txBox="1"/>
          <p:nvPr/>
        </p:nvSpPr>
        <p:spPr>
          <a:xfrm>
            <a:off x="1120877" y="1395785"/>
            <a:ext cx="9960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models are used for two primary goals: </a:t>
            </a:r>
            <a:r>
              <a:rPr lang="en-US" b="1" dirty="0"/>
              <a:t>prediction</a:t>
            </a:r>
            <a:r>
              <a:rPr lang="en-US" dirty="0"/>
              <a:t> and </a:t>
            </a:r>
            <a:r>
              <a:rPr lang="en-US" b="1" dirty="0"/>
              <a:t>inference</a:t>
            </a:r>
            <a:endParaRPr lang="lt-LT" b="1" dirty="0"/>
          </a:p>
          <a:p>
            <a:r>
              <a:rPr lang="en-US" dirty="0"/>
              <a:t> • The goal shapes the modeling approach, including the regression algorithm used, the complexity of the model, and more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6BFB78B-55E5-E444-5D0B-D2F36707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0209"/>
            <a:ext cx="10431331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20524-A006-B196-8ADE-DA21B5E89A9F}"/>
              </a:ext>
            </a:extLst>
          </p:cNvPr>
          <p:cNvSpPr txBox="1"/>
          <p:nvPr/>
        </p:nvSpPr>
        <p:spPr>
          <a:xfrm>
            <a:off x="648927" y="5797413"/>
            <a:ext cx="11080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</a:t>
            </a:r>
            <a:r>
              <a:rPr lang="en-US" b="1" dirty="0"/>
              <a:t>balance between these goals </a:t>
            </a:r>
            <a:r>
              <a:rPr lang="en-US" dirty="0"/>
              <a:t>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62514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8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0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2B78-D4DE-EAA3-B133-AC829ECE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8E2F69-BE21-AC87-2978-90EEB6D2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</a:t>
            </a:r>
            <a:r>
              <a:rPr lang="en-US" dirty="0"/>
              <a:t>N</a:t>
            </a:r>
            <a:endParaRPr lang="lt-LT" dirty="0"/>
          </a:p>
        </p:txBody>
      </p:sp>
      <p:pic>
        <p:nvPicPr>
          <p:cNvPr id="4" name="Paveikslėlis 3" descr="Paveikslėlis, kuriame yra tekstas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BD3715B8-FB42-53B7-D0B2-204DD2EA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142"/>
            <a:ext cx="10092113" cy="47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530F40C-C6F9-3BE3-2A70-4D88E9D1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REGRESSION MO</a:t>
            </a:r>
            <a:r>
              <a:rPr lang="en-US" dirty="0"/>
              <a:t>DEL</a:t>
            </a:r>
            <a:endParaRPr lang="lt-LT" dirty="0"/>
          </a:p>
        </p:txBody>
      </p:sp>
      <p:pic>
        <p:nvPicPr>
          <p:cNvPr id="4" name="Paveikslėlis 3" descr="Paveikslėlis, kuriame yra diagrama, tekstas, ekrano kopija, origamis&#10;&#10;Dirbtinio intelekto sugeneruotas turinys gali būti neteisingas.">
            <a:extLst>
              <a:ext uri="{FF2B5EF4-FFF2-40B4-BE49-F238E27FC236}">
                <a16:creationId xmlns:a16="http://schemas.microsoft.com/office/drawing/2014/main" id="{28DA9A4C-D0A4-B838-1CC1-C5451D5A5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39" y="1350397"/>
            <a:ext cx="9395161" cy="4798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89809-9FFB-1929-E3C4-7CDB07C7605D}"/>
              </a:ext>
            </a:extLst>
          </p:cNvPr>
          <p:cNvSpPr txBox="1"/>
          <p:nvPr/>
        </p:nvSpPr>
        <p:spPr>
          <a:xfrm>
            <a:off x="275304" y="2282384"/>
            <a:ext cx="17698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Multiple regression can scale well beyond 2 variables, but this is where visual analysis breaks down – and one reason why we need </a:t>
            </a:r>
            <a:r>
              <a:rPr lang="en-US" dirty="0">
                <a:highlight>
                  <a:srgbClr val="FFFF00"/>
                </a:highlight>
              </a:rPr>
              <a:t>machine learning</a:t>
            </a:r>
            <a:r>
              <a:rPr lang="en-US" dirty="0"/>
              <a:t>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14541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CE231BD-25E5-FDD9-4AB7-F019BAB5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MULTIPLE REGRESSION</a:t>
            </a: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525139F-D573-3E46-57B1-3B70EDB39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07" y="1326043"/>
            <a:ext cx="9262184" cy="507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5BA3-2D50-A291-7B9D-213D34AA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63FC7A-6818-8424-7B16-7D1AECE1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ASSUMPTIONS OF LINEAR REGRESSION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C2ED07F-4642-963D-0530-64C8F15D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18" y="1710655"/>
            <a:ext cx="10515600" cy="478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87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B104E1-DC95-B136-9627-48FE4AD3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t-LT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543E107-C7C0-89EC-9863-190E5851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819"/>
            <a:ext cx="12192000" cy="59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31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E11A562-E2A1-6429-5137-A72B8592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TESTING &amp; VALIDATION</a:t>
            </a:r>
          </a:p>
        </p:txBody>
      </p:sp>
      <p:pic>
        <p:nvPicPr>
          <p:cNvPr id="4" name="Paveikslėlis 3" descr="Paveikslėlis, kuriame yra tekstas, ekrano kopija, Šriftas, Stačiakampis&#10;&#10;Dirbtinio intelekto sugeneruotas turinys gali būti neteisingas.">
            <a:extLst>
              <a:ext uri="{FF2B5EF4-FFF2-40B4-BE49-F238E27FC236}">
                <a16:creationId xmlns:a16="http://schemas.microsoft.com/office/drawing/2014/main" id="{0EB57BF4-359C-1D6F-CBED-74B95405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9" y="1852392"/>
            <a:ext cx="671606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91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11B7B43-9EBF-D040-2AF2-43FFC53F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t-LT" dirty="0"/>
              <a:t>FEATURE ENGINEERING</a:t>
            </a:r>
          </a:p>
        </p:txBody>
      </p:sp>
      <p:pic>
        <p:nvPicPr>
          <p:cNvPr id="4" name="Paveikslėlis 3" descr="Paveikslėlis, kuriame yra tekstas, ekrano kopija, Šriftas, vizitinė kortelė&#10;&#10;Dirbtinio intelekto sugeneruotas turinys gali būti neteisingas.">
            <a:extLst>
              <a:ext uri="{FF2B5EF4-FFF2-40B4-BE49-F238E27FC236}">
                <a16:creationId xmlns:a16="http://schemas.microsoft.com/office/drawing/2014/main" id="{DD302AAF-5D82-882D-D794-60E953AC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1" y="2233445"/>
            <a:ext cx="6649378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6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33160-DDC4-7233-3145-5ACC92B8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C4CDFFE-0853-36FB-3FAD-92020526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FEATURE ENGINEERING</a:t>
            </a:r>
          </a:p>
        </p:txBody>
      </p:sp>
      <p:pic>
        <p:nvPicPr>
          <p:cNvPr id="4" name="Paveikslėlis 3" descr="Paveikslėlis, kuriame yra tekstas, ekrano kopija, skaičius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ED9AAABE-1FC4-3533-F00D-275DCFB0E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1369114"/>
            <a:ext cx="9953063" cy="49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57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9EE185E-36EA-1B06-62FE-78AA89C1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FEATURE ENGINEERING TECHNIQUES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E3A04F7-0916-D668-5944-AFA08D89D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1" y="1508310"/>
            <a:ext cx="11555438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24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314D9A9-DB94-67BB-562A-7F24D649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POLYNOMIAL TERMS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91E6CCD-53C2-787F-3993-CADBC698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8932"/>
            <a:ext cx="8761787" cy="467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26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9809-E06B-1E90-0203-FDBC407C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7B9088-89BD-2AF8-C651-7EDE940B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POLYNOMIAL TERMS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0D80110-D706-6669-9E04-08F3DEE6E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625618"/>
            <a:ext cx="9572971" cy="523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32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D449D1E-269B-BA15-DA80-D80677EF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COMBINING FEATURES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10F8F889-24FC-8E83-3F45-B820B2CD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328738"/>
            <a:ext cx="9433177" cy="492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05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4C0E1-EF12-41B3-37AB-8E4BD0C5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5B40B3E-3AFB-6F80-5508-D838C080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COMBINING FEATURES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76E11B6-5947-A2A0-4BD7-0D0517667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08" y="1658309"/>
            <a:ext cx="8611508" cy="47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85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112ACD2-95D6-473A-43DF-A3A95AC1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INTERACTION TERMS</a:t>
            </a:r>
          </a:p>
        </p:txBody>
      </p:sp>
      <p:pic>
        <p:nvPicPr>
          <p:cNvPr id="4" name="Paveikslėlis 3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B786DB23-6431-0933-32FC-751500221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480556"/>
            <a:ext cx="9530276" cy="511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70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B10B-3CAD-0BCF-7C55-D7E067E6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CCC7E62-EC7A-9BB7-A50E-CAE6E46B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INTERACTION TERMS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CCC7EFB-5AA2-D46C-6A94-5ADA8226B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2211"/>
            <a:ext cx="9785129" cy="490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93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D7FE1B7-E2C7-423B-34BF-18EC5765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CATEGORICAL FEATURES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634F928-8BF0-EEC6-8CEF-7AA65A9C3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676489" cy="489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47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8479-2FB3-FB3A-9034-29EC689B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0B5E71D-47A1-6919-51BD-14893C7C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CATEGORICAL FEATURES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F91CFEE9-D13A-D309-9954-2DBEED01B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0994"/>
            <a:ext cx="8987755" cy="50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64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86EC22-C3D8-97AC-4638-CB4F84A9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DUMMY VARIABLES</a:t>
            </a:r>
          </a:p>
        </p:txBody>
      </p:sp>
      <p:pic>
        <p:nvPicPr>
          <p:cNvPr id="4" name="Paveikslėlis 3" descr="Paveikslėlis, kuriame yra tekstas, ekrano kopija, skaičius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41CD54C2-B938-543C-8BB6-E6FFF785D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8189"/>
            <a:ext cx="9468792" cy="466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76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F878-F537-13A3-B8BF-B6BC229A5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0CFDB6B-A390-BACC-0C60-9FC33AC5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DUMMY VARIABLES</a:t>
            </a:r>
          </a:p>
        </p:txBody>
      </p:sp>
      <p:pic>
        <p:nvPicPr>
          <p:cNvPr id="5" name="Paveikslėlis 4" descr="Paveikslėlis, kuriame yra tekstas, ekrano kopija, skaičius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0072365C-888D-CDF7-B7FA-BAA2E3054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4326"/>
            <a:ext cx="9468487" cy="525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52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EF7F0-C999-1F9F-37EF-7D399415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6E6EA22-596B-5EF9-413C-170FEFD9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DUMMY VARIABLES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AF200A3-69D7-4817-D0D7-C94F5479D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1436890"/>
            <a:ext cx="9647958" cy="531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4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009CEDA-82FC-20BF-925A-B1BA3C5B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BINNING CATEGORICAL DATA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D3A62B8-C3C5-36DD-8FFE-B1E5DCA4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9210"/>
            <a:ext cx="9148348" cy="530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35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E2720-A44A-A452-1CA9-CFB2BCEB3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EE415D7-2646-43BB-9EC7-E93C90D4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BINNING CATEGORICAL DATA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233386A-03BE-1731-B856-8F648191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8850"/>
            <a:ext cx="8717084" cy="47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96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CDFD5C6-0A47-6619-30BD-DC5102F9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BINNING NUMERIC DATA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27B8527-C3A6-1561-C705-DCE4F1EC4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9011"/>
            <a:ext cx="8194270" cy="459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74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42D7C-D4AB-FC5D-95AF-2BBBF1F9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A989C1C-E774-65F7-CEF0-1EBAD712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BINNING NUMERIC DATA</a:t>
            </a:r>
          </a:p>
        </p:txBody>
      </p:sp>
      <p:pic>
        <p:nvPicPr>
          <p:cNvPr id="5" name="Paveikslėlis 4" descr="Paveikslėlis, kuriame yra tekstas, ekrano kopija, žemėlapis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2D2EC575-2A0D-3CBE-81A9-1F54B2273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8207"/>
            <a:ext cx="8451671" cy="473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04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9CAB005-F9F7-02C8-D9AB-F9908B3F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01A338AC-5653-F70E-FEC0-C8234853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42" y="1690688"/>
            <a:ext cx="10215716" cy="442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10600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AEEF584D-7337-4A51-AB30-F4FF2533FC39}"/>
</file>

<file path=customXml/itemProps2.xml><?xml version="1.0" encoding="utf-8"?>
<ds:datastoreItem xmlns:ds="http://schemas.openxmlformats.org/officeDocument/2006/customXml" ds:itemID="{10308905-B3D6-4512-8FB1-C9BC6B681DD2}"/>
</file>

<file path=customXml/itemProps3.xml><?xml version="1.0" encoding="utf-8"?>
<ds:datastoreItem xmlns:ds="http://schemas.openxmlformats.org/officeDocument/2006/customXml" ds:itemID="{6C26392A-305D-4C8E-9673-19CE6DEFAEA1}"/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283</Words>
  <Application>Microsoft Office PowerPoint</Application>
  <PresentationFormat>Plačiaekranė</PresentationFormat>
  <Paragraphs>41</Paragraphs>
  <Slides>31</Slides>
  <Notes>0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„Office“ tema</vt:lpstr>
      <vt:lpstr>  Python: Multiple  Regression </vt:lpstr>
      <vt:lpstr>COMMON ALGORITHMS</vt:lpstr>
      <vt:lpstr>TYPES OF REGRESSION</vt:lpstr>
      <vt:lpstr>GOALS OF REGRESSION</vt:lpstr>
      <vt:lpstr>REGRESSION 101</vt:lpstr>
      <vt:lpstr>REGRESSION 101</vt:lpstr>
      <vt:lpstr>MULTIPLE LINEAR REGRESSION</vt:lpstr>
      <vt:lpstr>MULTIPLE LINEAR REGRESSION MODEL</vt:lpstr>
      <vt:lpstr>FITTING A MULTIPLE REGRESSION</vt:lpstr>
      <vt:lpstr>ASSUMPTIONS OF LINEAR REGRESSION</vt:lpstr>
      <vt:lpstr>„PowerPoint“ pateiktis</vt:lpstr>
      <vt:lpstr>MODEL TESTING &amp; VALIDATION</vt:lpstr>
      <vt:lpstr>FEATURE ENGINEERING</vt:lpstr>
      <vt:lpstr>FEATURE ENGINEERING</vt:lpstr>
      <vt:lpstr>FEATURE ENGINEERING TECHNIQUES</vt:lpstr>
      <vt:lpstr>POLYNOMIAL TERMS</vt:lpstr>
      <vt:lpstr>POLYNOMIAL TERMS</vt:lpstr>
      <vt:lpstr>COMBINING FEATURES</vt:lpstr>
      <vt:lpstr>COMBINING FEATURES</vt:lpstr>
      <vt:lpstr>INTERACTION TERMS</vt:lpstr>
      <vt:lpstr>INTERACTION TERMS</vt:lpstr>
      <vt:lpstr>CATEGORICAL FEATURES</vt:lpstr>
      <vt:lpstr>CATEGORICAL FEATURES</vt:lpstr>
      <vt:lpstr>DUMMY VARIABLES</vt:lpstr>
      <vt:lpstr>DUMMY VARIABLES</vt:lpstr>
      <vt:lpstr>DUMMY VARIABLES</vt:lpstr>
      <vt:lpstr>BINNING CATEGORICAL DATA</vt:lpstr>
      <vt:lpstr>BINNING CATEGORICAL DATA</vt:lpstr>
      <vt:lpstr>BINNING NUMERIC DATA</vt:lpstr>
      <vt:lpstr>BINNING NUMERIC DATA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4</cp:revision>
  <dcterms:created xsi:type="dcterms:W3CDTF">2026-02-01T16:05:21Z</dcterms:created>
  <dcterms:modified xsi:type="dcterms:W3CDTF">2026-02-27T09:13:10Z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